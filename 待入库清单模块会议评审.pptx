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7a4750fff24ebc" /><Relationship Type="http://schemas.openxmlformats.org/officeDocument/2006/relationships/extended-properties" Target="/docProps/app.xml" Id="Rdd5d4f384ba0436a" /><Relationship Type="http://schemas.openxmlformats.org/officeDocument/2006/relationships/officeDocument" Target="/ppt/presentation.xml" Id="R1e3b0c07e73844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f9cb4ccd44472c"/>
  </p:sldMasterIdLst>
  <p:notesMasterIdLst>
    <p:notesMasterId xmlns:r="http://schemas.openxmlformats.org/officeDocument/2006/relationships" r:id="R0304fbbe3c2c4cff"/>
  </p:notesMasterIdLst>
  <p:sldIdLst>
    <p:sldId xmlns:r="http://schemas.openxmlformats.org/officeDocument/2006/relationships" id="256" r:id="Rf9821dcd9e6e4db9"/>
    <p:sldId xmlns:r="http://schemas.openxmlformats.org/officeDocument/2006/relationships" id="257" r:id="R6ea9ebd0829643bc"/>
    <p:sldId xmlns:r="http://schemas.openxmlformats.org/officeDocument/2006/relationships" id="258" r:id="R3ec91dbf743e4276"/>
    <p:sldId xmlns:r="http://schemas.openxmlformats.org/officeDocument/2006/relationships" id="259" r:id="R484c6b39ccfe4606"/>
    <p:sldId xmlns:r="http://schemas.openxmlformats.org/officeDocument/2006/relationships" id="260" r:id="R800f5d98275b47ac"/>
    <p:sldId xmlns:r="http://schemas.openxmlformats.org/officeDocument/2006/relationships" id="261" r:id="R865f1ee1f42a4151"/>
    <p:sldId xmlns:r="http://schemas.openxmlformats.org/officeDocument/2006/relationships" id="262" r:id="R5eafa7b207934216"/>
    <p:sldId xmlns:r="http://schemas.openxmlformats.org/officeDocument/2006/relationships" id="263" r:id="R272ed7c7f3f446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b9b12243a6475c" /><Relationship Type="http://schemas.openxmlformats.org/officeDocument/2006/relationships/slideMaster" Target="/ppt/slideMasters/slideMaster1.xml" Id="Rdff9cb4ccd44472c" /><Relationship Type="http://schemas.openxmlformats.org/officeDocument/2006/relationships/notesMaster" Target="/ppt/notesMasters/notesMaster1.xml" Id="R0304fbbe3c2c4cff" /><Relationship Type="http://schemas.openxmlformats.org/officeDocument/2006/relationships/presProps" Target="/ppt/presProps.xml" Id="R137d7319333a475e" /><Relationship Type="http://schemas.openxmlformats.org/officeDocument/2006/relationships/tableStyles" Target="/ppt/tableStyles.xml" Id="Rb3d6feba04ea49b8" /><Relationship Type="http://schemas.openxmlformats.org/officeDocument/2006/relationships/slide" Target="/ppt/slides/slide1.xml" Id="Rf9821dcd9e6e4db9" /><Relationship Type="http://schemas.openxmlformats.org/officeDocument/2006/relationships/slide" Target="/ppt/slides/slide2.xml" Id="R6ea9ebd0829643bc" /><Relationship Type="http://schemas.openxmlformats.org/officeDocument/2006/relationships/slide" Target="/ppt/slides/slide3.xml" Id="R3ec91dbf743e4276" /><Relationship Type="http://schemas.openxmlformats.org/officeDocument/2006/relationships/slide" Target="/ppt/slides/slide4.xml" Id="R484c6b39ccfe4606" /><Relationship Type="http://schemas.openxmlformats.org/officeDocument/2006/relationships/slide" Target="/ppt/slides/slide5.xml" Id="R800f5d98275b47ac" /><Relationship Type="http://schemas.openxmlformats.org/officeDocument/2006/relationships/slide" Target="/ppt/slides/slide6.xml" Id="R865f1ee1f42a4151" /><Relationship Type="http://schemas.openxmlformats.org/officeDocument/2006/relationships/slide" Target="/ppt/slides/slide7.xml" Id="R5eafa7b207934216" /><Relationship Type="http://schemas.openxmlformats.org/officeDocument/2006/relationships/slide" Target="/ppt/slides/slide8.xml" Id="R272ed7c7f3f446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0ff3ca5d444d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d785ec1f74eb1" /><Relationship Type="http://schemas.openxmlformats.org/officeDocument/2006/relationships/notesMaster" Target="/ppt/notesMasters/notesMaster1.xml" Id="R9f0b4a05db0e4c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107a40dd0e4ea5" /><Relationship Type="http://schemas.openxmlformats.org/officeDocument/2006/relationships/notesMaster" Target="/ppt/notesMasters/notesMaster1.xml" Id="R526a0a5235c443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5e12c843d74d8e" /><Relationship Type="http://schemas.openxmlformats.org/officeDocument/2006/relationships/notesMaster" Target="/ppt/notesMasters/notesMaster1.xml" Id="R600b42f4ea3246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b1310a05f24241" /><Relationship Type="http://schemas.openxmlformats.org/officeDocument/2006/relationships/notesMaster" Target="/ppt/notesMasters/notesMaster1.xml" Id="R572d23b3148b45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13427395464a10" /><Relationship Type="http://schemas.openxmlformats.org/officeDocument/2006/relationships/notesMaster" Target="/ppt/notesMasters/notesMaster1.xml" Id="Refcec018f16b4f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a8586f4f1a4abb" /><Relationship Type="http://schemas.openxmlformats.org/officeDocument/2006/relationships/notesMaster" Target="/ppt/notesMasters/notesMaster1.xml" Id="R0bef3e9fc7bd47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0dbcac46f84721" /><Relationship Type="http://schemas.openxmlformats.org/officeDocument/2006/relationships/notesMaster" Target="/ppt/notesMasters/notesMaster1.xml" Id="Rd6ea60d0a42548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69c51b38254beb" /><Relationship Type="http://schemas.openxmlformats.org/officeDocument/2006/relationships/notesMaster" Target="/ppt/notesMasters/notesMaster1.xml" Id="R377e0a48c33747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d42effaeb948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f5d08314ff48e7" /><Relationship Type="http://schemas.openxmlformats.org/officeDocument/2006/relationships/slideLayout" Target="/ppt/slideLayouts/slideLayout1.xml" Id="R7107924c12a347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07924c12a347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a8f9b007b42d2" /><Relationship Type="http://schemas.openxmlformats.org/officeDocument/2006/relationships/notesSlide" Target="/ppt/notesSlides/notesSlide1.xml" Id="R57c1f360587b40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da1a7137c4132" /><Relationship Type="http://schemas.openxmlformats.org/officeDocument/2006/relationships/notesSlide" Target="/ppt/notesSlides/notesSlide2.xml" Id="R62cc28b23e574c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1043fa64b4aec" /><Relationship Type="http://schemas.openxmlformats.org/officeDocument/2006/relationships/notesSlide" Target="/ppt/notesSlides/notesSlide3.xml" Id="Re4af71c8a77542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4e2fde6a0461c" /><Relationship Type="http://schemas.openxmlformats.org/officeDocument/2006/relationships/notesSlide" Target="/ppt/notesSlides/notesSlide4.xml" Id="Re5c46681b88b42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c71b8e5dd40e7" /><Relationship Type="http://schemas.openxmlformats.org/officeDocument/2006/relationships/notesSlide" Target="/ppt/notesSlides/notesSlide5.xml" Id="Rc4bfb48a45b546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e6237ff3e4326" /><Relationship Type="http://schemas.openxmlformats.org/officeDocument/2006/relationships/notesSlide" Target="/ppt/notesSlides/notesSlide6.xml" Id="R83f5435352204f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fd4b3f411400b" /><Relationship Type="http://schemas.openxmlformats.org/officeDocument/2006/relationships/notesSlide" Target="/ppt/notesSlides/notesSlide7.xml" Id="R6e2edfefaed24a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82cce475943be" /><Relationship Type="http://schemas.openxmlformats.org/officeDocument/2006/relationships/notesSlide" Target="/ppt/notesSlides/notesSlide8.xml" Id="R58a574058e7b41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F55F6D7-897B-4372-BC0C-BE236390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待入库清单模块
现状评审与优化决策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BEB4113D-4E89-48D9-A3E7-23111673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MOM 系统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63E6A991-FBED-448F-80A3-A926177F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会议评审材料</a:t>
            </a:r>
          </a:p>
        </p:txBody>
      </p:sp>
    </p:spTree>
    <p:extLst>
      <p:ext uri="{BB962C8B-B14F-4D97-AF65-F5344CB8AC3E}">
        <p14:creationId xmlns:p14="http://schemas.microsoft.com/office/powerpoint/2010/main" val="20655328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E7A069B-D82B-49C3-9E7D-27128F2D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67F8B1E-6C1B-4B15-BD3C-A06E0039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流程已经连通，但尚未形成正式库存闭环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08B6ACAB-E6B5-487D-8787-9F3EFFA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能走通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包装打印后进入待称重，称重完成后进入待入库。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14446778-2B16-4AC5-8D8A-9954ABE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再补底座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需要后端库存事务、操作审计和多用户一致性。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657D4314-FC5E-48BD-8D91-19CBC72B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先拦风险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质量未放行或重量不准确时，仍可能被允许入库。</a:t>
            </a:r>
          </a:p>
        </p:txBody>
      </p:sp>
    </p:spTree>
    <p:extLst>
      <p:ext uri="{BB962C8B-B14F-4D97-AF65-F5344CB8AC3E}">
        <p14:creationId xmlns:p14="http://schemas.microsoft.com/office/powerpoint/2010/main" val="14427500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AC196E3F-3F11-43EA-A661-2B8B1C4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346B03C-BEB8-4C23-B4E7-5E508AF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当前主流程由三个状态动作串联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E44077FC-B68A-4E6E-906F-83042E07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BA5591D-9C2F-4BD1-A356-57D57B0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EB1BFBD-EBB9-40D3-9EC8-579A652B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A1D71FA-B8AF-4B87-88EF-430D81A6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包装输出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850C76F-7291-4088-AB4B-14A243A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称重校验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F721E58E-1E16-4F9B-B601-A02EF194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入库确认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61BEC66-8F96-413A-A64A-9A78CD3F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重量计算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录入总重与皮重，计算净重后转为待入库。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2C692F83-1434-48F0-BD7C-1F22B33C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打印触发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打印确认后生成待称重记录。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B0395201-6042-4E60-8D20-3F0A1AB5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库位落点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选择成品库位后，记录状态变为已入库。</a:t>
            </a:r>
          </a:p>
        </p:txBody>
      </p:sp>
    </p:spTree>
    <p:extLst>
      <p:ext uri="{BB962C8B-B14F-4D97-AF65-F5344CB8AC3E}">
        <p14:creationId xmlns:p14="http://schemas.microsoft.com/office/powerpoint/2010/main" val="4316870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E7BB8D6-DF79-441F-815B-237DAB6D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9168FE5-A3AD-49C2-97A2-81436025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页面完成了操作闭环，系统边界仍停留在浏览器内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063D645-E925-4AF4-9797-D4865E06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482EEE1-4EBB-49D7-A573-74CFE91E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页面状态可操作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5CEEE035-C845-435F-B6ED-9F5818D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待称重 → 待入库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称重规则有基础校验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查询维度较完整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061CD9CD-6E9A-4D72-A4E5-B47B577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12B1C3F-9F1D-4166-82E6-BB5A0031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库存事实未落账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32F2AEA-16A7-48EB-A9FD-A7938B10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数据仅保存在 localStorage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没有入库单与库存台账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已入库记录无页面入口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204070E7-86BF-4056-AD53-B53913BF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当前能力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查询、称重、净重计算、库位选择、标识卡打印均已具备。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重复打印采用栈板编号覆盖更新，避免简单重复记录。</a:t>
            </a:r>
          </a:p>
        </p:txBody>
      </p:sp>
    </p:spTree>
    <p:extLst>
      <p:ext uri="{BB962C8B-B14F-4D97-AF65-F5344CB8AC3E}">
        <p14:creationId xmlns:p14="http://schemas.microsoft.com/office/powerpoint/2010/main" val="37847928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A7D7491-EE8D-40E5-8067-C8DF4FD8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6307992-CAFB-412A-BF5A-3CB78FAC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四个问题决定模块能否用于正式入库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73819A3-FA68-4182-B74F-1F4AFF22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P0｜质量未拦截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NG 或未判定数据仍可能进入成品库。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E5B49322-39C2-42C5-AD2F-FF2A7CB8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P0｜重量不准确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皮重默认 1.5kg，未继承实际栈板皮重。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092D80BE-1217-4B39-87D9-E4FC1AB7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P1｜关键字段断链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排程类型、客户料号等数据未完整传递。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0B5E3C6-E617-4285-9047-FE0D28F0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P1｜库存没有落账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入库只改变页面状态，没有库存事务与审计。</a:t>
            </a:r>
          </a:p>
        </p:txBody>
      </p:sp>
    </p:spTree>
    <p:extLst>
      <p:ext uri="{BB962C8B-B14F-4D97-AF65-F5344CB8AC3E}">
        <p14:creationId xmlns:p14="http://schemas.microsoft.com/office/powerpoint/2010/main" val="10411789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F603BCC-71DE-4B99-A411-CF57DB63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E462707-9A62-48B2-976C-8FE0D8FD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数据准确性要从“默认值”改为“来源可追溯”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D995A0E3-4CA5-434F-8163-4A33BC2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61042F9-1A36-45F6-AAF2-58334FBE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当前断点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92759970-C0D0-42CB-9E46-608D6481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皮重固定默认值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客户料号映射内部料号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排程类型在入库前丢失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AF3A88E-6296-4903-8EF8-3867D919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E5A16D43-A333-4332-A20D-253F0569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目标规则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6A889BC-90B9-4110-92AC-EE2F937C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继承实际皮重并校验偏差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客户料号与内部料号分开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三类排程类型贯穿到仓库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9456B49-1599-4416-9AAD-1DA842C3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重点不是增加更多输入框，而是明确每个字段的唯一来源。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栈板编号作为全流程关联键；重量、质量、排程类型和客户料号必须沿业务链持续保留。
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人工修改需要记录原因、操作人和时间。</a:t>
            </a:r>
          </a:p>
        </p:txBody>
      </p:sp>
    </p:spTree>
    <p:extLst>
      <p:ext uri="{BB962C8B-B14F-4D97-AF65-F5344CB8AC3E}">
        <p14:creationId xmlns:p14="http://schemas.microsoft.com/office/powerpoint/2010/main" val="9248305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6B96631-E3A6-4051-AC6D-9266591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88EBE6C-E5E9-45FA-A4D9-26478169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建议分三阶段完成：先正确，再可靠，最后集成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C784E38-5453-4A5E-ADD2-2AE592C5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C981B2EE-D7DE-49FA-8174-241C126F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739F50D-9FFF-425F-9101-A5C1C339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43BB3087-30F7-46EF-9376-97048D9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0A0ED320-B0FC-412B-8643-853C8607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业务正确性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增加质量放行门槛；修复皮重、客户料号和排程类型；补充已入库记录。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F20E7E0-70A5-44F0-81B0-A005400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EFA8FFA6-6994-4BE9-8AD6-9F244701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系统可靠性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改为后端接口；生成入库单和库存台账；记录操作人、时间与变更日志。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D1D768B2-26D3-42C2-ACC0-A4A1B580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299326D2-5C96-4B9C-AFCB-A79D5496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设备与系统集成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
接电子秤及偏差规则；对接WMS/ERP；补齐批量操作与权限。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FEEA3362-DE2C-4E1D-97C7-38FF373A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第二阶段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655D45C8-B8B4-4989-8A70-D203D39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第一阶段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58CB06BC-A1A5-4A11-AD13-51490BE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第三阶段</a:t>
            </a:r>
          </a:p>
        </p:txBody>
      </p:sp>
    </p:spTree>
    <p:extLst>
      <p:ext uri="{BB962C8B-B14F-4D97-AF65-F5344CB8AC3E}">
        <p14:creationId xmlns:p14="http://schemas.microsoft.com/office/powerpoint/2010/main" val="1573591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67D273E0-2F98-479C-8FEC-FAA2603D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本次会议需要确认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841DAAA2-CCE8-4534-BA27-F6F58865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质量放行门槛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重量取数与偏差规则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后端库存及 WMS 对接范围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E0E0DB-62A2-4C77-921D-11B79AD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会议决策</a:t>
            </a:r>
          </a:p>
        </p:txBody>
      </p:sp>
    </p:spTree>
    <p:extLst>
      <p:ext uri="{BB962C8B-B14F-4D97-AF65-F5344CB8AC3E}">
        <p14:creationId xmlns:p14="http://schemas.microsoft.com/office/powerpoint/2010/main" val="480544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2026-07-28T09:07:28.0060000Z</dcterms:created>
  <dcterms:modified xsi:type="dcterms:W3CDTF">2026-07-28T09:07:28.0060000Z</dcterms:modified>
</coreProperties>
</file>